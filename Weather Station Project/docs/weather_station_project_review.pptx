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8" r:id="rId7"/>
    <p:sldId id="269" r:id="rId8"/>
    <p:sldId id="261" r:id="rId9"/>
    <p:sldId id="264" r:id="rId10"/>
    <p:sldId id="271" r:id="rId11"/>
    <p:sldId id="262" r:id="rId12"/>
    <p:sldId id="263" r:id="rId13"/>
    <p:sldId id="272" r:id="rId14"/>
    <p:sldId id="265" r:id="rId15"/>
    <p:sldId id="267" r:id="rId16"/>
    <p:sldId id="274" r:id="rId17"/>
    <p:sldId id="275" r:id="rId18"/>
    <p:sldId id="273" r:id="rId19"/>
    <p:sldId id="266" r:id="rId20"/>
    <p:sldId id="270" r:id="rId21"/>
    <p:sldId id="276" r:id="rId22"/>
    <p:sldId id="25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82"/>
    <a:srgbClr val="44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8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08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7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0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41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0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92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0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0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4482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45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3862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500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63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4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6F799-3A21-4BD7-BCD3-52B76FF07A7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09917AC-91B8-47B0-8F5D-48D0FE86FD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59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IoT Based Weather and Air Quality Monitoring System using ESP32 and Telegram Alerts</a:t>
            </a:r>
          </a:p>
        </p:txBody>
      </p:sp>
    </p:spTree>
    <p:extLst>
      <p:ext uri="{BB962C8B-B14F-4D97-AF65-F5344CB8AC3E}">
        <p14:creationId xmlns:p14="http://schemas.microsoft.com/office/powerpoint/2010/main" val="133238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408D89-8CFE-491E-8139-94356FAD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Members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680395"/>
              </p:ext>
            </p:extLst>
          </p:nvPr>
        </p:nvGraphicFramePr>
        <p:xfrm>
          <a:off x="2589213" y="2133600"/>
          <a:ext cx="8915400" cy="287496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741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NAME </a:t>
                      </a:r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REG NO </a:t>
                      </a:r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Aryan  Nair</a:t>
                      </a:r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24BDS0320</a:t>
                      </a:r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err="1"/>
                        <a:t>Prajith</a:t>
                      </a:r>
                      <a:r>
                        <a:rPr lang="en-IN" sz="2800" dirty="0"/>
                        <a:t> Senthil</a:t>
                      </a:r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24BAI0304</a:t>
                      </a:r>
                      <a:endParaRPr lang="en-IN" sz="2800" dirty="0"/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/>
                        <a:t>Sakrit</a:t>
                      </a:r>
                      <a:r>
                        <a:rPr lang="en-IN" sz="2800" dirty="0"/>
                        <a:t> </a:t>
                      </a:r>
                      <a:r>
                        <a:rPr lang="en-IN" sz="2800" dirty="0" err="1"/>
                        <a:t>Kafle</a:t>
                      </a:r>
                      <a:endParaRPr lang="en-IN" sz="2800" dirty="0"/>
                    </a:p>
                  </a:txBody>
                  <a:tcPr marL="77525" marR="77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24BCE2952</a:t>
                      </a:r>
                    </a:p>
                  </a:txBody>
                  <a:tcPr marL="77525" marR="775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60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Aim (Objective) of the project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aim of this project is to design and implement an IoT‑based environmental monitoring system using ESP32 that measures temperature, humidity, air pressure and gas levels. </a:t>
            </a:r>
          </a:p>
          <a:p>
            <a:r>
              <a:rPr dirty="0"/>
              <a:t>The system sends real‑time alerts and data to a Telegram bot through </a:t>
            </a:r>
            <a:r>
              <a:rPr dirty="0" err="1"/>
              <a:t>WiFi</a:t>
            </a:r>
            <a:r>
              <a:rPr dirty="0"/>
              <a:t>, allowing users to monitor environmental conditions remotely. </a:t>
            </a:r>
          </a:p>
          <a:p>
            <a:r>
              <a:rPr dirty="0"/>
              <a:t>It also detects sudden spikes or dangerous gas levels and triggers warning alerts using LEDs and Telegram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61792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-99460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Literature Survey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96051"/>
              </p:ext>
            </p:extLst>
          </p:nvPr>
        </p:nvGraphicFramePr>
        <p:xfrm>
          <a:off x="0" y="563322"/>
          <a:ext cx="12192000" cy="664290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546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7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1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90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/>
                        <a:t>S.No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Name of the Conference/Journal, 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Technology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10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 Based Smart Air Quality Monitoring System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IEEE Sensors Journal, 2024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IoT, ESP32, MQ Gas Sensors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232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Real-Time Environmental Monitoring Using Wireless Sensor Networks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IEEE International Conference on IoT, 2023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Wireless Sensors, IoT, Cloud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409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Smart Weather Monitoring System Using IoT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International Journal of Engineering Research &amp; Technology, 2024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Arduino/ESP32, DHT Sensors, </a:t>
                      </a:r>
                      <a:r>
                        <a:rPr lang="en-GB" sz="1400" dirty="0" err="1"/>
                        <a:t>WiFi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409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Air Pollution Monitoring Using IoT and Gas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Springer Environmental Monitoring Journal, 2023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MQ135 Sensor, Microcontroller, IoT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Design of IoT-Based Weather Station for Environmental Monitoring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IEEE Access, 2022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IoT, BMP Pressure Sensor, Microcontroller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995556"/>
                  </a:ext>
                </a:extLst>
              </a:tr>
              <a:tr h="557409"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Smart Environmental Monitoring System for Urban Areas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ACM International Conference on Smart Cities, 2024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 Sensors, Wireless Networks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9716"/>
                  </a:ext>
                </a:extLst>
              </a:tr>
              <a:tr h="557409">
                <a:tc>
                  <a:txBody>
                    <a:bodyPr/>
                    <a:lstStyle/>
                    <a:p>
                      <a:r>
                        <a:rPr lang="en-IN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Low-Cost IoT System for Air Quality Monitoring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Elsevier </a:t>
                      </a:r>
                      <a:r>
                        <a:rPr lang="fr-FR" sz="1400" dirty="0" err="1"/>
                        <a:t>Environmental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Technology</a:t>
                      </a:r>
                      <a:r>
                        <a:rPr lang="fr-FR" sz="1400" dirty="0"/>
                        <a:t> Journal, 2023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ESP32, Gas Sensors, Cloud Monitoring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147706"/>
                  </a:ext>
                </a:extLst>
              </a:tr>
              <a:tr h="557409"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Real-Time Weather Monitoring Using Embedded Systems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International Conference on Embedded Systems, 2022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Embedded Systems, Sensors, </a:t>
                      </a:r>
                      <a:r>
                        <a:rPr lang="en-GB" sz="1400" dirty="0" err="1"/>
                        <a:t>WiFi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96224"/>
                  </a:ext>
                </a:extLst>
              </a:tr>
              <a:tr h="541260">
                <a:tc>
                  <a:txBody>
                    <a:bodyPr/>
                    <a:lstStyle/>
                    <a:p>
                      <a:r>
                        <a:rPr lang="en-IN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IoT-Based Smart Pollution Monitoring and Alert System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IEEE International Conference on Smart Computing, 2024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IoT, Gas Sensors, Mobile Alerts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45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355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Websites referred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https://randomnerdtutorials.com</a:t>
            </a:r>
          </a:p>
          <a:p>
            <a:r>
              <a:rPr dirty="0"/>
              <a:t>2. https://arduino.cc</a:t>
            </a:r>
          </a:p>
          <a:p>
            <a:r>
              <a:rPr dirty="0"/>
              <a:t>3. https://github.com</a:t>
            </a:r>
          </a:p>
          <a:p>
            <a:r>
              <a:rPr dirty="0"/>
              <a:t>4. https://iotdesignpro.com</a:t>
            </a:r>
          </a:p>
          <a:p>
            <a:r>
              <a:rPr dirty="0"/>
              <a:t>5. https://lastminuteengineers.com</a:t>
            </a:r>
          </a:p>
        </p:txBody>
      </p:sp>
    </p:spTree>
    <p:extLst>
      <p:ext uri="{BB962C8B-B14F-4D97-AF65-F5344CB8AC3E}">
        <p14:creationId xmlns:p14="http://schemas.microsoft.com/office/powerpoint/2010/main" val="221071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440DB3"/>
                </a:solidFill>
              </a:rPr>
              <a:t>Methodolgy</a:t>
            </a:r>
            <a:r>
              <a:rPr lang="en-IN" b="1" dirty="0">
                <a:solidFill>
                  <a:srgbClr val="440DB3"/>
                </a:solidFill>
              </a:rPr>
              <a:t>/Block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1. ESP32 connects to WiFi network.</a:t>
            </a:r>
          </a:p>
          <a:p>
            <a:r>
              <a:t>2. Sensors collect environmental data:</a:t>
            </a:r>
          </a:p>
          <a:p>
            <a:r>
              <a:t>   • DHT11 – Temperature &amp; Humidity</a:t>
            </a:r>
          </a:p>
          <a:p>
            <a:r>
              <a:t>   • BMP085 – Pressure &amp; Altitude</a:t>
            </a:r>
          </a:p>
          <a:p>
            <a:r>
              <a:t>   • MQ4 – Methane Gas</a:t>
            </a:r>
          </a:p>
          <a:p>
            <a:r>
              <a:t>   • MQ135 – Air Quality</a:t>
            </a:r>
          </a:p>
          <a:p>
            <a:r>
              <a:t>3. ESP32 processes sensor values and checks thresholds.</a:t>
            </a:r>
          </a:p>
          <a:p>
            <a:r>
              <a:t>4. If abnormal values or sudden spikes are detected:</a:t>
            </a:r>
          </a:p>
          <a:p>
            <a:r>
              <a:t>   • Red LED turns ON</a:t>
            </a:r>
          </a:p>
          <a:p>
            <a:r>
              <a:t>   • Telegram alert is sent.</a:t>
            </a:r>
          </a:p>
          <a:p>
            <a:r>
              <a:t>5. User can request live data using Telegram command (/data).</a:t>
            </a:r>
          </a:p>
        </p:txBody>
      </p:sp>
    </p:spTree>
    <p:extLst>
      <p:ext uri="{BB962C8B-B14F-4D97-AF65-F5344CB8AC3E}">
        <p14:creationId xmlns:p14="http://schemas.microsoft.com/office/powerpoint/2010/main" val="298233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9C2B-AC1B-4DC9-9D1C-96D03D96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2DA2-594A-41F8-B5E8-A237C15C0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A0551-1F9C-41A5-A221-35AF6D4F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53"/>
            <a:ext cx="12192000" cy="68891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995672-2C58-4DFB-BD43-7947D537432F}"/>
              </a:ext>
            </a:extLst>
          </p:cNvPr>
          <p:cNvSpPr/>
          <p:nvPr/>
        </p:nvSpPr>
        <p:spPr>
          <a:xfrm>
            <a:off x="467360" y="894080"/>
            <a:ext cx="518160" cy="242459"/>
          </a:xfrm>
          <a:prstGeom prst="rect">
            <a:avLst/>
          </a:prstGeom>
          <a:solidFill>
            <a:srgbClr val="00D282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GY-68</a:t>
            </a:r>
          </a:p>
        </p:txBody>
      </p:sp>
    </p:spTree>
    <p:extLst>
      <p:ext uri="{BB962C8B-B14F-4D97-AF65-F5344CB8AC3E}">
        <p14:creationId xmlns:p14="http://schemas.microsoft.com/office/powerpoint/2010/main" val="95084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Hardware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Hardware Components:</a:t>
            </a:r>
          </a:p>
          <a:p>
            <a:r>
              <a:rPr dirty="0"/>
              <a:t>ESP32 </a:t>
            </a:r>
            <a:r>
              <a:rPr dirty="0" err="1"/>
              <a:t>DevKit</a:t>
            </a:r>
            <a:r>
              <a:rPr dirty="0"/>
              <a:t> V1</a:t>
            </a:r>
          </a:p>
          <a:p>
            <a:r>
              <a:rPr dirty="0"/>
              <a:t> MQ4 Gas Sensor</a:t>
            </a:r>
          </a:p>
          <a:p>
            <a:r>
              <a:rPr dirty="0"/>
              <a:t> MQ135 Air Quality Sensor</a:t>
            </a:r>
          </a:p>
          <a:p>
            <a:r>
              <a:rPr dirty="0"/>
              <a:t> DHT11 Temperature &amp; Humidity Sensor</a:t>
            </a:r>
          </a:p>
          <a:p>
            <a:r>
              <a:rPr dirty="0"/>
              <a:t> </a:t>
            </a:r>
            <a:r>
              <a:rPr lang="en-GB" dirty="0"/>
              <a:t>GY-68</a:t>
            </a:r>
            <a:r>
              <a:rPr dirty="0"/>
              <a:t> Pressure Sensor</a:t>
            </a:r>
          </a:p>
          <a:p>
            <a:r>
              <a:rPr dirty="0"/>
              <a:t> Red and Green LEDs</a:t>
            </a:r>
          </a:p>
          <a:p>
            <a:r>
              <a:rPr dirty="0"/>
              <a:t> Jumper Wires</a:t>
            </a:r>
          </a:p>
          <a:p>
            <a:r>
              <a:rPr dirty="0"/>
              <a:t> Breadboard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509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Software Details + algorithm/Alp flow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Software Tools:</a:t>
            </a:r>
          </a:p>
          <a:p>
            <a:r>
              <a:rPr dirty="0"/>
              <a:t>• Arduino IDE</a:t>
            </a:r>
          </a:p>
          <a:p>
            <a:r>
              <a:rPr dirty="0"/>
              <a:t>• ESP32 Board Package</a:t>
            </a:r>
          </a:p>
          <a:p>
            <a:r>
              <a:rPr dirty="0"/>
              <a:t>• Telegram Bot API</a:t>
            </a:r>
          </a:p>
          <a:p>
            <a:r>
              <a:rPr dirty="0"/>
              <a:t>• </a:t>
            </a:r>
            <a:r>
              <a:rPr dirty="0" err="1"/>
              <a:t>WiFi</a:t>
            </a:r>
            <a:r>
              <a:rPr dirty="0"/>
              <a:t> Library</a:t>
            </a:r>
          </a:p>
          <a:p>
            <a:r>
              <a:rPr dirty="0"/>
              <a:t>• DHT Sensor Library</a:t>
            </a:r>
          </a:p>
          <a:p>
            <a:r>
              <a:rPr dirty="0"/>
              <a:t>• Adafruit BMP085 Library</a:t>
            </a:r>
          </a:p>
          <a:p>
            <a:endParaRPr dirty="0"/>
          </a:p>
          <a:p>
            <a:r>
              <a:rPr dirty="0"/>
              <a:t>Algorithm:</a:t>
            </a:r>
          </a:p>
          <a:p>
            <a:r>
              <a:rPr dirty="0"/>
              <a:t>1. Initialize sensors and </a:t>
            </a:r>
            <a:r>
              <a:rPr dirty="0" err="1"/>
              <a:t>WiFi</a:t>
            </a:r>
            <a:r>
              <a:rPr dirty="0"/>
              <a:t> connection.</a:t>
            </a:r>
          </a:p>
          <a:p>
            <a:r>
              <a:rPr dirty="0"/>
              <a:t>2. Calibrate gas sensors.</a:t>
            </a:r>
          </a:p>
          <a:p>
            <a:r>
              <a:rPr dirty="0"/>
              <a:t>3. Read sensor values periodically.</a:t>
            </a:r>
          </a:p>
          <a:p>
            <a:r>
              <a:rPr dirty="0"/>
              <a:t>4. Compare readings with threshold values.</a:t>
            </a:r>
          </a:p>
          <a:p>
            <a:r>
              <a:rPr dirty="0"/>
              <a:t>5. Detect sudden changes in temperature, pressure or gas.</a:t>
            </a:r>
          </a:p>
          <a:p>
            <a:r>
              <a:rPr dirty="0"/>
              <a:t>6. Send alerts through Telegram.</a:t>
            </a:r>
          </a:p>
          <a:p>
            <a:r>
              <a:rPr dirty="0"/>
              <a:t>7. Respond to user command /data to send current readings.</a:t>
            </a:r>
          </a:p>
        </p:txBody>
      </p:sp>
    </p:spTree>
    <p:extLst>
      <p:ext uri="{BB962C8B-B14F-4D97-AF65-F5344CB8AC3E}">
        <p14:creationId xmlns:p14="http://schemas.microsoft.com/office/powerpoint/2010/main" val="123727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A15B75E-97AC-45C9-B620-28B3AECDF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147"/>
            <a:ext cx="12192000" cy="6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33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Work completed so far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ESP32 hardware setup completed.</a:t>
            </a:r>
          </a:p>
          <a:p>
            <a:r>
              <a:rPr dirty="0"/>
              <a:t> Sensors successfully interfaced.</a:t>
            </a:r>
          </a:p>
          <a:p>
            <a:r>
              <a:rPr dirty="0"/>
              <a:t> </a:t>
            </a:r>
            <a:r>
              <a:rPr dirty="0" err="1"/>
              <a:t>WiFi</a:t>
            </a:r>
            <a:r>
              <a:rPr dirty="0"/>
              <a:t> connectivity established.</a:t>
            </a:r>
          </a:p>
          <a:p>
            <a:r>
              <a:rPr dirty="0"/>
              <a:t> Telegram bot integrated.</a:t>
            </a:r>
          </a:p>
          <a:p>
            <a:r>
              <a:rPr dirty="0"/>
              <a:t> Real‑time sensor readings implemented.</a:t>
            </a:r>
          </a:p>
          <a:p>
            <a:r>
              <a:rPr dirty="0"/>
              <a:t> LED alert system working.</a:t>
            </a:r>
          </a:p>
          <a:p>
            <a:r>
              <a:rPr dirty="0"/>
              <a:t> Sudden spike detection algorithm implemented.</a:t>
            </a:r>
          </a:p>
        </p:txBody>
      </p:sp>
    </p:spTree>
    <p:extLst>
      <p:ext uri="{BB962C8B-B14F-4D97-AF65-F5344CB8AC3E}">
        <p14:creationId xmlns:p14="http://schemas.microsoft.com/office/powerpoint/2010/main" val="96818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Images of the code and results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Images </a:t>
            </a:r>
            <a:r>
              <a:rPr dirty="0"/>
              <a:t> include:</a:t>
            </a:r>
          </a:p>
          <a:p>
            <a:pPr marL="0" indent="0">
              <a:buNone/>
            </a:pPr>
            <a:r>
              <a:rPr dirty="0"/>
              <a:t>• ESP32 circuit setup</a:t>
            </a:r>
            <a:endParaRPr lang="en-GB" dirty="0"/>
          </a:p>
          <a:p>
            <a:pPr marL="0" indent="0">
              <a:buNone/>
            </a:pPr>
            <a:r>
              <a:rPr lang="fr-FR" dirty="0"/>
              <a:t>• Code </a:t>
            </a:r>
            <a:r>
              <a:rPr lang="fr-FR" dirty="0" err="1"/>
              <a:t>implementation</a:t>
            </a:r>
            <a:r>
              <a:rPr lang="fr-FR" dirty="0"/>
              <a:t> in Arduino IDE</a:t>
            </a:r>
            <a:endParaRPr dirty="0"/>
          </a:p>
          <a:p>
            <a:pPr marL="0" indent="0">
              <a:buNone/>
            </a:pPr>
            <a:r>
              <a:rPr dirty="0"/>
              <a:t>• Telegram bot alert messages</a:t>
            </a:r>
          </a:p>
        </p:txBody>
      </p:sp>
    </p:spTree>
    <p:extLst>
      <p:ext uri="{BB962C8B-B14F-4D97-AF65-F5344CB8AC3E}">
        <p14:creationId xmlns:p14="http://schemas.microsoft.com/office/powerpoint/2010/main" val="3872496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AB17A-5C03-4C25-975B-427E64DC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F036A68-16AB-4EA9-8567-CC08EAC74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36" y="261697"/>
            <a:ext cx="4952004" cy="6334605"/>
          </a:xfr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FBE59F90-0FAC-4B45-A676-61FE24083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54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B9A9-CD0E-405A-8E90-FD13764F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A5CA5-5B12-4E88-AF92-576FC2FE1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95040" cy="3070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3D5E9-B6AC-4EB3-A423-2190ED29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344" y="-1"/>
            <a:ext cx="3392932" cy="3070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F22D33-67CE-4329-BF5E-6257D3705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580" y="7144"/>
            <a:ext cx="3747220" cy="30700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549871-5BD7-4891-9F15-CA4D80B73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64560"/>
            <a:ext cx="3495040" cy="33934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45D3B4-EB17-47C7-998B-B31CA2491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238" y="3435191"/>
            <a:ext cx="3521038" cy="34228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C4B5E2-130E-4A8A-AEAD-14CF3A7F4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204" y="3464559"/>
            <a:ext cx="3826076" cy="340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C609EF78-A05E-4D60-95C9-79B7A9E1F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16E49B10-7F93-4CE4-8E2E-8F1D6B7FF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2720" y="1315720"/>
            <a:ext cx="2418080" cy="241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AD03212-B859-4681-B61F-F4388988A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274" y="523652"/>
            <a:ext cx="2614811" cy="581069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5AB702-E101-4685-A237-DE85E1DD0D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0" y="523653"/>
            <a:ext cx="2614811" cy="58106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BBE471-DD84-48D1-AF61-73412647C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940" y="849814"/>
            <a:ext cx="5450119" cy="398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2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Work to be completed ( after review-2)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dirty="0"/>
              <a:t>•</a:t>
            </a:r>
            <a:r>
              <a:rPr lang="en-GB" dirty="0"/>
              <a:t> Make led lights functional</a:t>
            </a:r>
          </a:p>
          <a:p>
            <a:pPr marL="0" indent="0">
              <a:buNone/>
            </a:pPr>
            <a:r>
              <a:rPr lang="en-GB" dirty="0"/>
              <a:t>• </a:t>
            </a:r>
            <a:r>
              <a:rPr lang="en-GB" dirty="0" err="1"/>
              <a:t>Im</a:t>
            </a:r>
            <a:r>
              <a:rPr dirty="0"/>
              <a:t>prove accuracy of gas sensor calibration.</a:t>
            </a:r>
          </a:p>
          <a:p>
            <a:pPr marL="0" indent="0">
              <a:buNone/>
            </a:pPr>
            <a:r>
              <a:rPr dirty="0"/>
              <a:t>• Implement data logging to cloud server.</a:t>
            </a:r>
          </a:p>
          <a:p>
            <a:pPr marL="0" indent="0">
              <a:buNone/>
            </a:pPr>
            <a:r>
              <a:rPr dirty="0"/>
              <a:t>• Optimize power consumption of system.</a:t>
            </a:r>
          </a:p>
        </p:txBody>
      </p:sp>
    </p:spTree>
    <p:extLst>
      <p:ext uri="{BB962C8B-B14F-4D97-AF65-F5344CB8AC3E}">
        <p14:creationId xmlns:p14="http://schemas.microsoft.com/office/powerpoint/2010/main" val="2542530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F362-AAE0-5D16-39D8-18962E60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analysis(for hardware experiments)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C6A05-2B64-D5E8-EB16-E4D078117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Estimated Cost:</a:t>
            </a:r>
          </a:p>
          <a:p>
            <a:endParaRPr/>
          </a:p>
          <a:p>
            <a:r>
              <a:t>ESP32 DevKit V1 – ₹450</a:t>
            </a:r>
          </a:p>
          <a:p>
            <a:r>
              <a:t>MQ4 Gas Sensor – ₹200</a:t>
            </a:r>
          </a:p>
          <a:p>
            <a:r>
              <a:t>MQ135 Sensor – ₹200</a:t>
            </a:r>
          </a:p>
          <a:p>
            <a:r>
              <a:t>DHT11 Sensor – ₹120</a:t>
            </a:r>
          </a:p>
          <a:p>
            <a:r>
              <a:t>BMP085 Sensor – ₹180</a:t>
            </a:r>
          </a:p>
          <a:p>
            <a:r>
              <a:t>LEDs + Resistors – ₹30</a:t>
            </a:r>
          </a:p>
          <a:p>
            <a:r>
              <a:t>Jumper wires &amp; Breadboard – ₹150</a:t>
            </a:r>
          </a:p>
          <a:p>
            <a:endParaRPr/>
          </a:p>
          <a:p>
            <a:r>
              <a:t>Total Estimated Cost ≈ ₹1330</a:t>
            </a:r>
          </a:p>
        </p:txBody>
      </p:sp>
    </p:spTree>
    <p:extLst>
      <p:ext uri="{BB962C8B-B14F-4D97-AF65-F5344CB8AC3E}">
        <p14:creationId xmlns:p14="http://schemas.microsoft.com/office/powerpoint/2010/main" val="245256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4A0D-60E4-4A53-AEBA-AB16A22C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BAFEF-EC14-49ED-AB1D-DA769C3D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Air pollution and sudden environmental changes create dangerous threats which can harm human health and safety. The project demonstrates an IoT-based system which monitors air quality and weather conditions through an ESP32 Devkit V1. The system uses DHT11 Temperature and Humidity Sensor and MQ-4 Gas Sensor and MQ-135 Gas Sensor and BMP085 Barometric Pressure Sensor to collect environmental data about temperature and humidity and air pressure and gas concentration.</a:t>
            </a:r>
          </a:p>
          <a:p>
            <a:pPr marL="0" indent="0">
              <a:buNone/>
            </a:pPr>
            <a:r>
              <a:rPr lang="en-GB" dirty="0"/>
              <a:t>   The ESP32 processes sensor data to identify both normal conditions and sudden changes that surpass established limit points. The system sends alerts together with live data to users through a Telegram bot which operates using Wi-Fi connections. The system delivers an affordable solution which enables users to monitor environmental conditions in real time and receive remote alerts.</a:t>
            </a:r>
          </a:p>
        </p:txBody>
      </p:sp>
    </p:spTree>
    <p:extLst>
      <p:ext uri="{BB962C8B-B14F-4D97-AF65-F5344CB8AC3E}">
        <p14:creationId xmlns:p14="http://schemas.microsoft.com/office/powerpoint/2010/main" val="326745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Plagiarism report for 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D3811-152A-43B5-9086-E660F6F2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1318937"/>
            <a:ext cx="5523539" cy="3403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3DBDD8-ABF3-4651-B6F7-347B2E37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39" y="1407880"/>
            <a:ext cx="5653161" cy="322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1929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7857A61B76164BA98A89D85CEB89F3" ma:contentTypeVersion="3" ma:contentTypeDescription="Create a new document." ma:contentTypeScope="" ma:versionID="4b8b3d41bb6fbe8c50d9e7e7a4c05eb4">
  <xsd:schema xmlns:xsd="http://www.w3.org/2001/XMLSchema" xmlns:xs="http://www.w3.org/2001/XMLSchema" xmlns:p="http://schemas.microsoft.com/office/2006/metadata/properties" xmlns:ns2="55e988a3-ac11-4feb-a8fd-3d3caa5abe9b" targetNamespace="http://schemas.microsoft.com/office/2006/metadata/properties" ma:root="true" ma:fieldsID="90e71ab744fa030e9dc1e609672e5dc0" ns2:_="">
    <xsd:import namespace="55e988a3-ac11-4feb-a8fd-3d3caa5ab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988a3-ac11-4feb-a8fd-3d3caa5abe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D12D2-EC6D-46CB-9500-5D85F8C731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988a3-ac11-4feb-a8fd-3d3caa5ab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866FA8-C620-4E34-AE74-F83C4F1B286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7570BFF-559B-47A5-AD82-BF8B060961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537</TotalTime>
  <Words>880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IoT Based Weather and Air Quality Monitoring System using ESP32 and Telegram Alerts</vt:lpstr>
      <vt:lpstr>Team Members</vt:lpstr>
      <vt:lpstr>Aim (Objective) of the project   </vt:lpstr>
      <vt:lpstr>Literature Survey</vt:lpstr>
      <vt:lpstr>Websites referred  </vt:lpstr>
      <vt:lpstr>Methodolgy/Block Diagram </vt:lpstr>
      <vt:lpstr>PowerPoint Presentation</vt:lpstr>
      <vt:lpstr>Hardware components </vt:lpstr>
      <vt:lpstr>Software Details + algorithm/Alp flow chart</vt:lpstr>
      <vt:lpstr>PowerPoint Presentation</vt:lpstr>
      <vt:lpstr>Work completed so far  </vt:lpstr>
      <vt:lpstr>Images of the code and results</vt:lpstr>
      <vt:lpstr>PowerPoint Presentation</vt:lpstr>
      <vt:lpstr>PowerPoint Presentation</vt:lpstr>
      <vt:lpstr>PowerPoint Presentation</vt:lpstr>
      <vt:lpstr>Work to be completed ( after review-2)  </vt:lpstr>
      <vt:lpstr>Cost analysis(for hardware experiments)</vt:lpstr>
      <vt:lpstr>Abstract</vt:lpstr>
      <vt:lpstr>Plagiarism report for Abstract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sujatha rajkumar</dc:creator>
  <cp:lastModifiedBy>ACER</cp:lastModifiedBy>
  <cp:revision>23</cp:revision>
  <dcterms:created xsi:type="dcterms:W3CDTF">2020-07-21T07:37:58Z</dcterms:created>
  <dcterms:modified xsi:type="dcterms:W3CDTF">2026-03-12T04:33:17Z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0x0101004F7857A61B76164BA98A89D85CEB89F3</vt:lpwstr>
  </property>
</Properties>
</file>